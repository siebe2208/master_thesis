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6C66-946C-C4ED-2FD0-58BEFD5DE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A0A1A-93C5-34BC-CBD3-B92F24F6D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4465E-B415-5851-E4DC-254A076C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23F7F-C17B-176D-C903-F6F232875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49369-C77D-9E99-18FE-403FB070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0488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07FD9-8265-E995-3A5A-6719C905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5BBC-A8B1-B79A-C04C-756549DD3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F8497-7BE1-1686-3A8A-8CB13E18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3DC61-0F9E-AA61-7B6B-32F36BE8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814A5-3972-55E9-FE74-072BE2D3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486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570A-6A4C-DE40-7C29-FB7BF196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7442E-AA46-CC79-4CA7-33C711DD2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70FBE-A077-86B2-46C0-5A66AEC5A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FE2D3-9915-57E6-4E96-95D9CBB4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DBED2-5C20-7DA5-9D17-3BBA7069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4553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DB79-0917-D4C6-82A6-6D64A2CF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F5F91-573B-5F19-E234-A4FF30C43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260A2-F0DF-E7A5-17B7-6D2573B95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74CA8-92FD-3FA2-0404-AFDB9E32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EACF2-410E-C4E8-B5F1-E9B396E4D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F5565-5F1B-5F62-A16E-EC8734E9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261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A08F0-F4B8-6882-15E8-89191C0C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36084-E419-798F-8927-5B52A9DB0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6FD3C-AE26-CFC0-E2A4-D4C2473E1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7141BE-B164-0F2A-F1DD-ECE1E8F15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50BEF-27D7-7B72-6197-3E8342D5F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B881C-402E-4DFF-DDF8-0DD4DD89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FEAEC5-EC72-AF6A-786C-4C26BDA1D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FB73B3-814E-D21B-7AD1-A3C7C0D6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838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A978-E318-F1C3-522C-AC317D2B1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83D6A-51F3-1A33-63BE-2F20682F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13F9F0-A208-6BB2-9FB5-B861933F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32EFC-1F72-33FF-842C-FA28ABC6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375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F96482-827C-5E00-163E-362F4217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17EE8E-CC0D-08F6-DB77-9B365ACC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AF368-201A-12C0-F9E5-CF0E516F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512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AA79-E954-0DAA-37B8-54C8779BD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70E86-A090-290F-5E76-ECCAF37B8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9F9B6-D91E-F369-39F0-9B1EF2E48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E93E8-1177-2D1C-109C-F768F92B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7F9AC-C773-01B3-AA68-3A9A09F7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62B44-97FC-D5AB-BF85-811C72B9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93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EB13-814C-765B-492F-F129A7EAF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D4498-9A9B-C21D-8CDE-0E402BE87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294A6-2A6B-6F4A-7B97-DEB1739BA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3074D-9601-D536-7718-9B63AF41C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5642C-8787-56C3-CB79-B168961A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9481F-48A0-DC1B-17FA-8C811206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4422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206D-16D5-135A-9614-8343BB19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0C547-A3F1-C1F3-6213-BC74B5E19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99539-EC37-F5E3-CB64-CDB17A61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964D9-FE99-AF49-556E-AF4746BF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E7D22-CE8D-DF88-B539-76AF20D1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475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2E7FE3-9215-254B-28C9-DCD7D1E33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392BD-F83B-1751-F760-5DC224FF4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A96A1-6F0B-ED97-FAB0-7325173EB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F3356-0E2D-4C8F-E26D-148549D92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05C17-A33D-13BA-C486-0BD98790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864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C7B3EA-B9ED-B321-5C63-3080F40B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2E63B-2287-3ED9-6085-C5A3811DE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BBB98-922A-B2C7-7103-23060AFCB9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11922-7D03-45AB-9F72-54BC254BD8A2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13600-3BC1-3AD4-DA22-30876BB85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12621-E491-1D1F-6EBB-A10D22105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09F41-F231-4524-B4FA-264F48D99F7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59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1F5307-BFAC-81DF-67F1-464D195E9CD3}"/>
              </a:ext>
            </a:extLst>
          </p:cNvPr>
          <p:cNvSpPr txBox="1"/>
          <p:nvPr/>
        </p:nvSpPr>
        <p:spPr>
          <a:xfrm>
            <a:off x="399538" y="915641"/>
            <a:ext cx="70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/>
              <a:t>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D1862-1086-BE1B-C887-EF196B23C8D6}"/>
              </a:ext>
            </a:extLst>
          </p:cNvPr>
          <p:cNvSpPr txBox="1"/>
          <p:nvPr/>
        </p:nvSpPr>
        <p:spPr>
          <a:xfrm>
            <a:off x="3968810" y="915641"/>
            <a:ext cx="70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/>
              <a:t>B.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3A6BB2-4975-184C-C80E-D78DE79D8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6076"/>
            <a:ext cx="12192000" cy="4876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2E899D-E7C9-229B-1352-963DCDFEF864}"/>
              </a:ext>
            </a:extLst>
          </p:cNvPr>
          <p:cNvSpPr txBox="1"/>
          <p:nvPr/>
        </p:nvSpPr>
        <p:spPr>
          <a:xfrm>
            <a:off x="7519808" y="915641"/>
            <a:ext cx="703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/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148483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E98293-20A7-D3BD-69B9-F5DF2C60F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882" y="998005"/>
            <a:ext cx="8593282" cy="48619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18AF42-CD9B-0E95-E0B0-804D4BA54530}"/>
              </a:ext>
            </a:extLst>
          </p:cNvPr>
          <p:cNvSpPr txBox="1"/>
          <p:nvPr/>
        </p:nvSpPr>
        <p:spPr>
          <a:xfrm>
            <a:off x="2265217" y="736395"/>
            <a:ext cx="623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/>
              <a:t>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BEDE1-0EEC-2C66-5963-7D2F96E9C973}"/>
              </a:ext>
            </a:extLst>
          </p:cNvPr>
          <p:cNvSpPr txBox="1"/>
          <p:nvPr/>
        </p:nvSpPr>
        <p:spPr>
          <a:xfrm>
            <a:off x="5808515" y="736395"/>
            <a:ext cx="623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/>
              <a:t>B.</a:t>
            </a:r>
          </a:p>
        </p:txBody>
      </p:sp>
    </p:spTree>
    <p:extLst>
      <p:ext uri="{BB962C8B-B14F-4D97-AF65-F5344CB8AC3E}">
        <p14:creationId xmlns:p14="http://schemas.microsoft.com/office/powerpoint/2010/main" val="142402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504320-5A29-E8F3-9A26-2C4DDB6F54F1}"/>
              </a:ext>
            </a:extLst>
          </p:cNvPr>
          <p:cNvSpPr txBox="1"/>
          <p:nvPr/>
        </p:nvSpPr>
        <p:spPr>
          <a:xfrm>
            <a:off x="3199787" y="1055594"/>
            <a:ext cx="623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/>
              <a:t>A.</a:t>
            </a:r>
            <a:endParaRPr lang="nl-NL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00A47-4032-A8DE-FF75-286E05A6DCA4}"/>
              </a:ext>
            </a:extLst>
          </p:cNvPr>
          <p:cNvSpPr txBox="1"/>
          <p:nvPr/>
        </p:nvSpPr>
        <p:spPr>
          <a:xfrm>
            <a:off x="6205817" y="1055593"/>
            <a:ext cx="790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b="1" dirty="0"/>
              <a:t>B.</a:t>
            </a:r>
            <a:endParaRPr lang="nl-NL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A6FC5A-E2E5-05A6-C8D3-7B1CCD1DD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012" y="1459059"/>
            <a:ext cx="6187976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0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4D3A4C-3D31-EB92-0059-8DD0E863D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096" y="894303"/>
            <a:ext cx="10298665" cy="51447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9C8249-BC5B-8206-8FA0-62DB0A0CF9B2}"/>
              </a:ext>
            </a:extLst>
          </p:cNvPr>
          <p:cNvSpPr txBox="1"/>
          <p:nvPr/>
        </p:nvSpPr>
        <p:spPr>
          <a:xfrm>
            <a:off x="1340842" y="309528"/>
            <a:ext cx="623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/>
              <a:t>A.</a:t>
            </a:r>
            <a:endParaRPr lang="nl-NL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0322A-556A-10ED-5B13-6CFBD0B974CD}"/>
              </a:ext>
            </a:extLst>
          </p:cNvPr>
          <p:cNvSpPr txBox="1"/>
          <p:nvPr/>
        </p:nvSpPr>
        <p:spPr>
          <a:xfrm>
            <a:off x="7049978" y="309528"/>
            <a:ext cx="623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/>
              <a:t>B.</a:t>
            </a:r>
            <a:endParaRPr lang="nl-NL" sz="3600" b="1" dirty="0"/>
          </a:p>
        </p:txBody>
      </p:sp>
    </p:spTree>
    <p:extLst>
      <p:ext uri="{BB962C8B-B14F-4D97-AF65-F5344CB8AC3E}">
        <p14:creationId xmlns:p14="http://schemas.microsoft.com/office/powerpoint/2010/main" val="23957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47C6C-CD54-2C8D-5F78-212B96582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720" y="1462869"/>
            <a:ext cx="7532680" cy="4148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A1996-869B-40B7-B8DD-9B474287B32B}"/>
              </a:ext>
            </a:extLst>
          </p:cNvPr>
          <p:cNvSpPr txBox="1"/>
          <p:nvPr/>
        </p:nvSpPr>
        <p:spPr>
          <a:xfrm>
            <a:off x="2786326" y="1110021"/>
            <a:ext cx="635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/>
              <a:t>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995E65-FF4F-D16C-C11A-549F8CA2FCA6}"/>
              </a:ext>
            </a:extLst>
          </p:cNvPr>
          <p:cNvSpPr txBox="1"/>
          <p:nvPr/>
        </p:nvSpPr>
        <p:spPr>
          <a:xfrm>
            <a:off x="5844160" y="1110021"/>
            <a:ext cx="623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 dirty="0"/>
              <a:t>B.</a:t>
            </a:r>
          </a:p>
        </p:txBody>
      </p:sp>
    </p:spTree>
    <p:extLst>
      <p:ext uri="{BB962C8B-B14F-4D97-AF65-F5344CB8AC3E}">
        <p14:creationId xmlns:p14="http://schemas.microsoft.com/office/powerpoint/2010/main" val="3015964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2458</TotalTime>
  <Words>22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Siebe Everaerts</dc:creator>
  <cp:lastModifiedBy>Siebe Everaerts</cp:lastModifiedBy>
  <cp:revision>4</cp:revision>
  <dcterms:created xsi:type="dcterms:W3CDTF">2026-04-16T12:08:45Z</dcterms:created>
  <dcterms:modified xsi:type="dcterms:W3CDTF">2026-04-28T18:52:53Z</dcterms:modified>
</cp:coreProperties>
</file>