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6C66-946C-C4ED-2FD0-58BEFD5DE5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A0A1A-93C5-34BC-CBD3-B92F24F6D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4465E-B415-5851-E4DC-254A076C9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23F7F-C17B-176D-C903-F6F232875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9369-C77D-9E99-18FE-403FB070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048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07FD9-8265-E995-3A5A-6719C90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45BBC-A8B1-B79A-C04C-756549DD3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F8497-7BE1-1686-3A8A-8CB13E18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3DC61-0F9E-AA61-7B6B-32F36BE87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14A5-3972-55E9-FE74-072BE2D38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4865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570A-6A4C-DE40-7C29-FB7BF1960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7442E-AA46-CC79-4CA7-33C711DD2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70FBE-A077-86B2-46C0-5A66AEC5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FE2D3-9915-57E6-4E96-95D9CBB4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BED2-5C20-7DA5-9D17-3BBA70696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4553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4DB79-0917-D4C6-82A6-6D64A2CF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5F91-573B-5F19-E234-A4FF30C43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260A2-F0DF-E7A5-17B7-6D2573B95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74CA8-92FD-3FA2-0404-AFDB9E32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EACF2-410E-C4E8-B5F1-E9B396E4D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F5565-5F1B-5F62-A16E-EC8734E9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11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8F0-F4B8-6882-15E8-89191C0C7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F36084-E419-798F-8927-5B52A9DB0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6FD3C-AE26-CFC0-E2A4-D4C2473E1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7141BE-B164-0F2A-F1DD-ECE1E8F151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50BEF-27D7-7B72-6197-3E8342D5F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B881C-402E-4DFF-DDF8-0DD4DD89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EAEC5-EC72-AF6A-786C-4C26BDA1D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FB73B3-814E-D21B-7AD1-A3C7C0D6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8389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A978-E318-F1C3-522C-AC317D2B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83D6A-51F3-1A33-63BE-2F20682F5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3F9F0-A208-6BB2-9FB5-B861933F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32EFC-1F72-33FF-842C-FA28ABC6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13754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F96482-827C-5E00-163E-362F4217A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17EE8E-CC0D-08F6-DB77-9B365ACC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AF368-201A-12C0-F9E5-CF0E516F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125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2AA79-E954-0DAA-37B8-54C8779B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70E86-A090-290F-5E76-ECCAF37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99F9B6-D91E-F369-39F0-9B1EF2E48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E93E8-1177-2D1C-109C-F768F92B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F9AC-C773-01B3-AA68-3A9A09F7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62B44-97FC-D5AB-BF85-811C72B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0993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DEB13-814C-765B-492F-F129A7EA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D4498-9A9B-C21D-8CDE-0E402BE873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294A6-2A6B-6F4A-7B97-DEB1739B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3074D-9601-D536-7718-9B63AF41C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65642C-8787-56C3-CB79-B168961A7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9481F-48A0-DC1B-17FA-8C811206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4422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4206D-16D5-135A-9614-8343BB198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0C547-A3F1-C1F3-6213-BC74B5E19F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9539-EC37-F5E3-CB64-CDB17A612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964D9-FE99-AF49-556E-AF4746BF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E7D22-CE8D-DF88-B539-76AF20D1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4750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2E7FE3-9215-254B-28C9-DCD7D1E33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0392BD-F83B-1751-F760-5DC224FF4C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A96A1-6F0B-ED97-FAB0-7325173EB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3356-0E2D-4C8F-E26D-148549D92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05C17-A33D-13BA-C486-0BD987903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641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7B3EA-B9ED-B321-5C63-3080F40B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2E63B-2287-3ED9-6085-C5A3811D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BBB98-922A-B2C7-7103-23060AFCB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11922-7D03-45AB-9F72-54BC254BD8A2}" type="datetimeFigureOut">
              <a:rPr lang="nl-NL" smtClean="0"/>
              <a:t>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13600-3BC1-3AD4-DA22-30876BB85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12621-E491-1D1F-6EBB-A10D22105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1596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E1F5307-BFAC-81DF-67F1-464D195E9CD3}"/>
              </a:ext>
            </a:extLst>
          </p:cNvPr>
          <p:cNvSpPr txBox="1"/>
          <p:nvPr/>
        </p:nvSpPr>
        <p:spPr>
          <a:xfrm>
            <a:off x="39953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1862-1086-BE1B-C887-EF196B23C8D6}"/>
              </a:ext>
            </a:extLst>
          </p:cNvPr>
          <p:cNvSpPr txBox="1"/>
          <p:nvPr/>
        </p:nvSpPr>
        <p:spPr>
          <a:xfrm>
            <a:off x="3968810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3A6BB2-4975-184C-C80E-D78DE79D8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6076"/>
            <a:ext cx="12192000" cy="4876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2E899D-E7C9-229B-1352-963DCDFEF864}"/>
              </a:ext>
            </a:extLst>
          </p:cNvPr>
          <p:cNvSpPr txBox="1"/>
          <p:nvPr/>
        </p:nvSpPr>
        <p:spPr>
          <a:xfrm>
            <a:off x="751980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C.</a:t>
            </a:r>
          </a:p>
        </p:txBody>
      </p:sp>
    </p:spTree>
    <p:extLst>
      <p:ext uri="{BB962C8B-B14F-4D97-AF65-F5344CB8AC3E}">
        <p14:creationId xmlns:p14="http://schemas.microsoft.com/office/powerpoint/2010/main" val="1484837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E98293-20A7-D3BD-69B9-F5DF2C60F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882" y="998005"/>
            <a:ext cx="8593282" cy="4861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18AF42-CD9B-0E95-E0B0-804D4BA54530}"/>
              </a:ext>
            </a:extLst>
          </p:cNvPr>
          <p:cNvSpPr txBox="1"/>
          <p:nvPr/>
        </p:nvSpPr>
        <p:spPr>
          <a:xfrm>
            <a:off x="2265217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BEDE1-0EEC-2C66-5963-7D2F96E9C973}"/>
              </a:ext>
            </a:extLst>
          </p:cNvPr>
          <p:cNvSpPr txBox="1"/>
          <p:nvPr/>
        </p:nvSpPr>
        <p:spPr>
          <a:xfrm>
            <a:off x="5808515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424029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504320-5A29-E8F3-9A26-2C4DDB6F54F1}"/>
              </a:ext>
            </a:extLst>
          </p:cNvPr>
          <p:cNvSpPr txBox="1"/>
          <p:nvPr/>
        </p:nvSpPr>
        <p:spPr>
          <a:xfrm>
            <a:off x="3199787" y="1055594"/>
            <a:ext cx="623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A.</a:t>
            </a:r>
            <a:endParaRPr lang="nl-NL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00A47-4032-A8DE-FF75-286E05A6DCA4}"/>
              </a:ext>
            </a:extLst>
          </p:cNvPr>
          <p:cNvSpPr txBox="1"/>
          <p:nvPr/>
        </p:nvSpPr>
        <p:spPr>
          <a:xfrm>
            <a:off x="6205817" y="1055593"/>
            <a:ext cx="790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B.</a:t>
            </a:r>
            <a:endParaRPr lang="nl-NL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A6FC5A-E2E5-05A6-C8D3-7B1CCD1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012" y="1459059"/>
            <a:ext cx="6187976" cy="39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0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4D3A4C-3D31-EB92-0059-8DD0E863DF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096" y="894303"/>
            <a:ext cx="10298665" cy="5144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9C8249-BC5B-8206-8FA0-62DB0A0CF9B2}"/>
              </a:ext>
            </a:extLst>
          </p:cNvPr>
          <p:cNvSpPr txBox="1"/>
          <p:nvPr/>
        </p:nvSpPr>
        <p:spPr>
          <a:xfrm>
            <a:off x="1340842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  <a:endParaRPr lang="nl-NL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0322A-556A-10ED-5B13-6CFBD0B974CD}"/>
              </a:ext>
            </a:extLst>
          </p:cNvPr>
          <p:cNvSpPr txBox="1"/>
          <p:nvPr/>
        </p:nvSpPr>
        <p:spPr>
          <a:xfrm>
            <a:off x="7049978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  <a:endParaRPr lang="nl-NL" sz="3600" b="1" dirty="0"/>
          </a:p>
        </p:txBody>
      </p:sp>
    </p:spTree>
    <p:extLst>
      <p:ext uri="{BB962C8B-B14F-4D97-AF65-F5344CB8AC3E}">
        <p14:creationId xmlns:p14="http://schemas.microsoft.com/office/powerpoint/2010/main" val="239576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C47C6C-CD54-2C8D-5F78-212B96582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62869"/>
            <a:ext cx="7532680" cy="414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A1996-869B-40B7-B8DD-9B474287B32B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995E65-FF4F-D16C-C11A-549F8CA2FCA6}"/>
              </a:ext>
            </a:extLst>
          </p:cNvPr>
          <p:cNvSpPr txBox="1"/>
          <p:nvPr/>
        </p:nvSpPr>
        <p:spPr>
          <a:xfrm>
            <a:off x="5844160" y="1110021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015964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180763-4446-1E34-088E-91C0898E7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151164"/>
            <a:ext cx="10629900" cy="45556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284242-EE64-3AE5-BE47-AD78FD3DA911}"/>
              </a:ext>
            </a:extLst>
          </p:cNvPr>
          <p:cNvSpPr txBox="1"/>
          <p:nvPr/>
        </p:nvSpPr>
        <p:spPr>
          <a:xfrm>
            <a:off x="897014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4985A-C71A-68BC-1563-F3737E08DA8D}"/>
              </a:ext>
            </a:extLst>
          </p:cNvPr>
          <p:cNvSpPr txBox="1"/>
          <p:nvPr/>
        </p:nvSpPr>
        <p:spPr>
          <a:xfrm>
            <a:off x="5374885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703736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6B004D-D557-23B6-5E45-61416802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28576"/>
            <a:ext cx="7140559" cy="4000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583EB9-0B5D-8739-561A-E0452B03B7CA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9ACE98-C277-BB10-9A45-8552DAF71BCE}"/>
              </a:ext>
            </a:extLst>
          </p:cNvPr>
          <p:cNvSpPr txBox="1"/>
          <p:nvPr/>
        </p:nvSpPr>
        <p:spPr>
          <a:xfrm>
            <a:off x="5668479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31312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2538</TotalTime>
  <Words>30</Words>
  <Application>Microsoft Office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Siebe Everaerts</dc:creator>
  <cp:lastModifiedBy>Siebe Everaerts</cp:lastModifiedBy>
  <cp:revision>6</cp:revision>
  <dcterms:created xsi:type="dcterms:W3CDTF">2026-04-16T12:08:45Z</dcterms:created>
  <dcterms:modified xsi:type="dcterms:W3CDTF">2026-05-01T21:04:29Z</dcterms:modified>
</cp:coreProperties>
</file>