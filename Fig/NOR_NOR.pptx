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2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6C66-946C-C4ED-2FD0-58BEFD5DE5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1A0A1A-93C5-34BC-CBD3-B92F24F6D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24465E-B415-5851-E4DC-254A076C9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23F7F-C17B-176D-C903-F6F232875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449369-C77D-9E99-18FE-403FB0705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60488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07FD9-8265-E995-3A5A-6719C90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345BBC-A8B1-B79A-C04C-756549DD3A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F8497-7BE1-1686-3A8A-8CB13E183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3DC61-0F9E-AA61-7B6B-32F36BE87B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814A5-3972-55E9-FE74-072BE2D38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148656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0B570A-6A4C-DE40-7C29-FB7BF1960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7442E-AA46-CC79-4CA7-33C711DD2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70FBE-A077-86B2-46C0-5A66AEC5A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7FE2D3-9915-57E6-4E96-95D9CBB4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5DBED2-5C20-7DA5-9D17-3BBA70696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45530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4DB79-0917-D4C6-82A6-6D64A2CFC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5F91-573B-5F19-E234-A4FF30C430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2260A2-F0DF-E7A5-17B7-6D2573B955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E74CA8-92FD-3FA2-0404-AFDB9E32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2EACF2-410E-C4E8-B5F1-E9B396E4D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4F5565-5F1B-5F62-A16E-EC8734E9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2611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08F0-F4B8-6882-15E8-89191C0C7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F36084-E419-798F-8927-5B52A9DB05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16FD3C-AE26-CFC0-E2A4-D4C2473E19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7141BE-B164-0F2A-F1DD-ECE1E8F151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F250BEF-27D7-7B72-6197-3E8342D5F7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36B881C-402E-4DFF-DDF8-0DD4DD895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EAEC5-EC72-AF6A-786C-4C26BDA1D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FB73B3-814E-D21B-7AD1-A3C7C0D6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8389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BA978-E318-F1C3-522C-AC317D2B1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F83D6A-51F3-1A33-63BE-2F20682F5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13F9F0-A208-6BB2-9FB5-B861933F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32EFC-1F72-33FF-842C-FA28ABC6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13754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F96482-827C-5E00-163E-362F4217A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17EE8E-CC0D-08F6-DB77-9B365ACC3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AF368-201A-12C0-F9E5-CF0E516F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51256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2AA79-E954-0DAA-37B8-54C8779BD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70E86-A090-290F-5E76-ECCAF37B8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99F9B6-D91E-F369-39F0-9B1EF2E484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9E93E8-1177-2D1C-109C-F768F92BE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87F9AC-C773-01B3-AA68-3A9A09F7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62B44-97FC-D5AB-BF85-811C72B9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10993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DEB13-814C-765B-492F-F129A7EAF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8D4498-9A9B-C21D-8CDE-0E402BE873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294A6-2A6B-6F4A-7B97-DEB1739B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3074D-9601-D536-7718-9B63AF41C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65642C-8787-56C3-CB79-B168961A7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19481F-48A0-DC1B-17FA-8C8112069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4422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4206D-16D5-135A-9614-8343BB198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0C547-A3F1-C1F3-6213-BC74B5E19F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99539-EC37-F5E3-CB64-CDB17A612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964D9-FE99-AF49-556E-AF4746BF0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E7D22-CE8D-DF88-B539-76AF20D1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04750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92E7FE3-9215-254B-28C9-DCD7D1E33E8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80392BD-F83B-1751-F760-5DC224FF4C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A96A1-6F0B-ED97-FAB0-7325173EB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3356-0E2D-4C8F-E26D-148549D92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305C17-A33D-13BA-C486-0BD987903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38641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C7B3EA-B9ED-B321-5C63-3080F40B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2E63B-2287-3ED9-6085-C5A3811DE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BBB98-922A-B2C7-7103-23060AFCB9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211922-7D03-45AB-9F72-54BC254BD8A2}" type="datetimeFigureOut">
              <a:rPr lang="nl-NL" smtClean="0"/>
              <a:t>11-5-2026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13600-3BC1-3AD4-DA22-30876BB852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412621-E491-1D1F-6EBB-A10D221050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09F41-F231-4524-B4FA-264F48D99F76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71596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DE1F5307-BFAC-81DF-67F1-464D195E9CD3}"/>
              </a:ext>
            </a:extLst>
          </p:cNvPr>
          <p:cNvSpPr txBox="1"/>
          <p:nvPr/>
        </p:nvSpPr>
        <p:spPr>
          <a:xfrm>
            <a:off x="39953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1862-1086-BE1B-C887-EF196B23C8D6}"/>
              </a:ext>
            </a:extLst>
          </p:cNvPr>
          <p:cNvSpPr txBox="1"/>
          <p:nvPr/>
        </p:nvSpPr>
        <p:spPr>
          <a:xfrm>
            <a:off x="3968810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03A6BB2-4975-184C-C80E-D78DE79D81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16076"/>
            <a:ext cx="12192000" cy="48768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2E899D-E7C9-229B-1352-963DCDFEF864}"/>
              </a:ext>
            </a:extLst>
          </p:cNvPr>
          <p:cNvSpPr txBox="1"/>
          <p:nvPr/>
        </p:nvSpPr>
        <p:spPr>
          <a:xfrm>
            <a:off x="7519808" y="915641"/>
            <a:ext cx="7033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C.</a:t>
            </a:r>
          </a:p>
        </p:txBody>
      </p:sp>
    </p:spTree>
    <p:extLst>
      <p:ext uri="{BB962C8B-B14F-4D97-AF65-F5344CB8AC3E}">
        <p14:creationId xmlns:p14="http://schemas.microsoft.com/office/powerpoint/2010/main" val="1484837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321323-3AD9-9B84-69A1-545C34A9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216" y="1226575"/>
            <a:ext cx="9697568" cy="44048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86B1C3-2F7E-3C3D-BCEC-8E3DB67F39DF}"/>
              </a:ext>
            </a:extLst>
          </p:cNvPr>
          <p:cNvSpPr txBox="1"/>
          <p:nvPr/>
        </p:nvSpPr>
        <p:spPr>
          <a:xfrm>
            <a:off x="1586791" y="785556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9E7C4-55C0-3458-7612-792768148EAD}"/>
              </a:ext>
            </a:extLst>
          </p:cNvPr>
          <p:cNvSpPr txBox="1"/>
          <p:nvPr/>
        </p:nvSpPr>
        <p:spPr>
          <a:xfrm>
            <a:off x="6591410" y="785556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928605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E98293-20A7-D3BD-69B9-F5DF2C60F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3882" y="998005"/>
            <a:ext cx="8593282" cy="48619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A18AF42-CD9B-0E95-E0B0-804D4BA54530}"/>
              </a:ext>
            </a:extLst>
          </p:cNvPr>
          <p:cNvSpPr txBox="1"/>
          <p:nvPr/>
        </p:nvSpPr>
        <p:spPr>
          <a:xfrm>
            <a:off x="2265217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FBEDE1-0EEC-2C66-5963-7D2F96E9C973}"/>
              </a:ext>
            </a:extLst>
          </p:cNvPr>
          <p:cNvSpPr txBox="1"/>
          <p:nvPr/>
        </p:nvSpPr>
        <p:spPr>
          <a:xfrm>
            <a:off x="5808515" y="736395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424029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504320-5A29-E8F3-9A26-2C4DDB6F54F1}"/>
              </a:ext>
            </a:extLst>
          </p:cNvPr>
          <p:cNvSpPr txBox="1"/>
          <p:nvPr/>
        </p:nvSpPr>
        <p:spPr>
          <a:xfrm>
            <a:off x="3199787" y="1055594"/>
            <a:ext cx="6234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A.</a:t>
            </a:r>
            <a:endParaRPr lang="nl-NL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300A47-4032-A8DE-FF75-286E05A6DCA4}"/>
              </a:ext>
            </a:extLst>
          </p:cNvPr>
          <p:cNvSpPr txBox="1"/>
          <p:nvPr/>
        </p:nvSpPr>
        <p:spPr>
          <a:xfrm>
            <a:off x="6205817" y="1055593"/>
            <a:ext cx="7909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400" b="1" dirty="0"/>
              <a:t>B.</a:t>
            </a:r>
            <a:endParaRPr lang="nl-NL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4A6FC5A-E2E5-05A6-C8D3-7B1CCD1DD2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2012" y="1459059"/>
            <a:ext cx="6187976" cy="3939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08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4D3A4C-3D31-EB92-0059-8DD0E863DF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096" y="894303"/>
            <a:ext cx="10298665" cy="5144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9C8249-BC5B-8206-8FA0-62DB0A0CF9B2}"/>
              </a:ext>
            </a:extLst>
          </p:cNvPr>
          <p:cNvSpPr txBox="1"/>
          <p:nvPr/>
        </p:nvSpPr>
        <p:spPr>
          <a:xfrm>
            <a:off x="1340842" y="309528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  <a:endParaRPr lang="nl-NL" sz="3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00322A-556A-10ED-5B13-6CFBD0B974CD}"/>
              </a:ext>
            </a:extLst>
          </p:cNvPr>
          <p:cNvSpPr txBox="1"/>
          <p:nvPr/>
        </p:nvSpPr>
        <p:spPr>
          <a:xfrm>
            <a:off x="7049978" y="309528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  <a:endParaRPr lang="nl-NL" sz="3600" b="1" dirty="0"/>
          </a:p>
        </p:txBody>
      </p:sp>
    </p:spTree>
    <p:extLst>
      <p:ext uri="{BB962C8B-B14F-4D97-AF65-F5344CB8AC3E}">
        <p14:creationId xmlns:p14="http://schemas.microsoft.com/office/powerpoint/2010/main" val="2395767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9C47C6C-CD54-2C8D-5F78-212B965820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462869"/>
            <a:ext cx="7532680" cy="4148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EA1996-869B-40B7-B8DD-9B474287B32B}"/>
              </a:ext>
            </a:extLst>
          </p:cNvPr>
          <p:cNvSpPr txBox="1"/>
          <p:nvPr/>
        </p:nvSpPr>
        <p:spPr>
          <a:xfrm>
            <a:off x="2786326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995E65-FF4F-D16C-C11A-549F8CA2FCA6}"/>
              </a:ext>
            </a:extLst>
          </p:cNvPr>
          <p:cNvSpPr txBox="1"/>
          <p:nvPr/>
        </p:nvSpPr>
        <p:spPr>
          <a:xfrm>
            <a:off x="5844160" y="1110021"/>
            <a:ext cx="6234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015964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180763-4446-1E34-088E-91C0898E7C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50" y="1151164"/>
            <a:ext cx="10629900" cy="455567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5284242-EE64-3AE5-BE47-AD78FD3DA911}"/>
              </a:ext>
            </a:extLst>
          </p:cNvPr>
          <p:cNvSpPr txBox="1"/>
          <p:nvPr/>
        </p:nvSpPr>
        <p:spPr>
          <a:xfrm>
            <a:off x="897014" y="773844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4985A-C71A-68BC-1563-F3737E08DA8D}"/>
              </a:ext>
            </a:extLst>
          </p:cNvPr>
          <p:cNvSpPr txBox="1"/>
          <p:nvPr/>
        </p:nvSpPr>
        <p:spPr>
          <a:xfrm>
            <a:off x="5374885" y="773844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1703736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6B004D-D557-23B6-5E45-61416802EC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428576"/>
            <a:ext cx="7140559" cy="4000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583EB9-0B5D-8739-561A-E0452B03B7CA}"/>
              </a:ext>
            </a:extLst>
          </p:cNvPr>
          <p:cNvSpPr txBox="1"/>
          <p:nvPr/>
        </p:nvSpPr>
        <p:spPr>
          <a:xfrm>
            <a:off x="2786326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9ACE98-C277-BB10-9A45-8552DAF71BCE}"/>
              </a:ext>
            </a:extLst>
          </p:cNvPr>
          <p:cNvSpPr txBox="1"/>
          <p:nvPr/>
        </p:nvSpPr>
        <p:spPr>
          <a:xfrm>
            <a:off x="5668479" y="111002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3131204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A739B5-7684-D847-660A-CBDA9C93B6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2" y="986807"/>
            <a:ext cx="10582835" cy="48843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F488B7-6059-96C7-E286-62B4F2687766}"/>
              </a:ext>
            </a:extLst>
          </p:cNvPr>
          <p:cNvSpPr txBox="1"/>
          <p:nvPr/>
        </p:nvSpPr>
        <p:spPr>
          <a:xfrm>
            <a:off x="930632" y="612480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29E055-D837-59B0-8848-1EE3E1EBBF24}"/>
              </a:ext>
            </a:extLst>
          </p:cNvPr>
          <p:cNvSpPr txBox="1"/>
          <p:nvPr/>
        </p:nvSpPr>
        <p:spPr>
          <a:xfrm>
            <a:off x="5187618" y="612480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F52ED6-E2CB-8017-C42E-65373E51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028" y="2961921"/>
            <a:ext cx="112954" cy="3962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9DCBCD0-3F78-C2BC-1AE9-149FCA55FF0A}"/>
              </a:ext>
            </a:extLst>
          </p:cNvPr>
          <p:cNvSpPr txBox="1"/>
          <p:nvPr/>
        </p:nvSpPr>
        <p:spPr>
          <a:xfrm>
            <a:off x="4586121" y="3189502"/>
            <a:ext cx="2891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1000" b="1" dirty="0"/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0110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153D8A-22FB-C385-E2A8-2D50F6CA8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8707" y="970921"/>
            <a:ext cx="8434585" cy="491615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6E2BDB-CF36-1B37-2235-D75D666B7092}"/>
              </a:ext>
            </a:extLst>
          </p:cNvPr>
          <p:cNvSpPr txBox="1"/>
          <p:nvPr/>
        </p:nvSpPr>
        <p:spPr>
          <a:xfrm>
            <a:off x="2414537" y="70931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1D39C4-F49F-A167-5157-7CD9DC1C6167}"/>
              </a:ext>
            </a:extLst>
          </p:cNvPr>
          <p:cNvSpPr txBox="1"/>
          <p:nvPr/>
        </p:nvSpPr>
        <p:spPr>
          <a:xfrm>
            <a:off x="5778349" y="70931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504158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4F24C4-D7AE-1424-02AE-7212B389DA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5720" y="1047543"/>
            <a:ext cx="7140559" cy="476291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C139EF-67EE-C075-8F02-CBF24302ACA2}"/>
              </a:ext>
            </a:extLst>
          </p:cNvPr>
          <p:cNvSpPr txBox="1"/>
          <p:nvPr/>
        </p:nvSpPr>
        <p:spPr>
          <a:xfrm>
            <a:off x="2674887" y="65216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234945-5CC8-DB7F-EFFB-FC1A3098EA0D}"/>
              </a:ext>
            </a:extLst>
          </p:cNvPr>
          <p:cNvSpPr txBox="1"/>
          <p:nvPr/>
        </p:nvSpPr>
        <p:spPr>
          <a:xfrm>
            <a:off x="5852933" y="652161"/>
            <a:ext cx="635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28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764809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625D24-E637-EEA5-530B-9214EF46C9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087" y="571252"/>
            <a:ext cx="9525825" cy="571549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E29A456-4E49-EC75-0A6B-49FAB8C3CAC7}"/>
              </a:ext>
            </a:extLst>
          </p:cNvPr>
          <p:cNvSpPr txBox="1"/>
          <p:nvPr/>
        </p:nvSpPr>
        <p:spPr>
          <a:xfrm>
            <a:off x="1484823" y="100832"/>
            <a:ext cx="686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600" b="1" dirty="0"/>
              <a:t>A.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ACA1C-22B2-4658-EFB1-7FB8E77D8235}"/>
              </a:ext>
            </a:extLst>
          </p:cNvPr>
          <p:cNvSpPr txBox="1"/>
          <p:nvPr/>
        </p:nvSpPr>
        <p:spPr>
          <a:xfrm>
            <a:off x="6323523" y="100832"/>
            <a:ext cx="6868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600" b="1" dirty="0"/>
              <a:t>B.</a:t>
            </a:r>
          </a:p>
        </p:txBody>
      </p:sp>
    </p:spTree>
    <p:extLst>
      <p:ext uri="{BB962C8B-B14F-4D97-AF65-F5344CB8AC3E}">
        <p14:creationId xmlns:p14="http://schemas.microsoft.com/office/powerpoint/2010/main" val="30663171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3157</TotalTime>
  <Words>51</Words>
  <Application>Microsoft Office PowerPoint</Application>
  <PresentationFormat>Widescreen</PresentationFormat>
  <Paragraphs>26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Siebe Everaerts</dc:creator>
  <cp:lastModifiedBy>Siebe Everaerts</cp:lastModifiedBy>
  <cp:revision>10</cp:revision>
  <dcterms:created xsi:type="dcterms:W3CDTF">2026-04-16T12:08:45Z</dcterms:created>
  <dcterms:modified xsi:type="dcterms:W3CDTF">2026-05-11T22:27:14Z</dcterms:modified>
</cp:coreProperties>
</file>